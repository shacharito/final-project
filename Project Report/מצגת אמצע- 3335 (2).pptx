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7" r:id="rId6"/>
    <p:sldId id="261" r:id="rId7"/>
    <p:sldId id="263" r:id="rId8"/>
    <p:sldId id="265" r:id="rId9"/>
    <p:sldId id="266" r:id="rId10"/>
    <p:sldId id="264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33E22C-1607-4196-A97B-3E8798F8F1C5}" v="4" dt="2026-01-26T07:35:18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7663B-01EE-4D27-B6B8-967932AFFB1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04E83-3A76-47C2-B23E-88D5C2E17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18D1-F151-4A1A-AFA6-1FCB5125A92E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0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F67C-1AAC-41A5-BA08-7B0723E42167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2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5C26D-52F0-48CD-A26B-03EAFD2B9DF3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BBECA-3C0A-4CD9-9812-4FBF50F0829F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1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F0E8-360B-4BB4-8873-CE1C24987C49}" type="datetime1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9C237-DA93-4873-9F13-2D421E4D5784}" type="datetime1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3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2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E89D-0E68-4F88-8280-A11E17E07B1E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6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0482-3831-4044-A267-EC94C1533077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5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2360F-72F0-40E4-9497-E500D92B1CFF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3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6CB8-DFD9-47B7-B7FB-CD991A84E186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8A5E2-79BB-466B-93AD-FE62946A96F1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פתיחה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069675"/>
            <a:ext cx="10515600" cy="51072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rtl="1"/>
            <a:r>
              <a:rPr lang="he-IL" dirty="0">
                <a:cs typeface="Arial"/>
              </a:rPr>
              <a:t>שם הפרויקט- זיהוי עצמים בשטח</a:t>
            </a:r>
            <a:endParaRPr lang="he-IL" dirty="0"/>
          </a:p>
          <a:p>
            <a:pPr algn="r" rtl="1"/>
            <a:r>
              <a:rPr lang="he-IL" dirty="0"/>
              <a:t>מס' הפרוייקט-3335</a:t>
            </a:r>
          </a:p>
          <a:p>
            <a:pPr algn="r" rtl="1"/>
            <a:r>
              <a:rPr lang="he-IL" dirty="0"/>
              <a:t>מנחה- חזי </a:t>
            </a:r>
            <a:r>
              <a:rPr lang="he-IL" dirty="0" err="1"/>
              <a:t>ניסתאני</a:t>
            </a:r>
            <a:endParaRPr lang="he-IL" dirty="0"/>
          </a:p>
          <a:p>
            <a:pPr algn="r" rtl="1"/>
            <a:r>
              <a:rPr lang="he-IL" dirty="0"/>
              <a:t>סטודנטים- עמית שרביט ושחר וינברג</a:t>
            </a:r>
          </a:p>
          <a:p>
            <a:pPr algn="r" rtl="1"/>
            <a:r>
              <a:rPr lang="he-IL" dirty="0"/>
              <a:t>מקום ביצוע- אוניברסיטת תל אביב</a:t>
            </a:r>
          </a:p>
          <a:p>
            <a:pPr algn="r" rtl="1"/>
            <a:r>
              <a:rPr lang="he-IL" dirty="0"/>
              <a:t>אישור מנחה- חזי </a:t>
            </a:r>
            <a:r>
              <a:rPr lang="he-IL" dirty="0" err="1"/>
              <a:t>ניסתאני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1D7A44-C43B-3E44-7640-9F4BBC443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31" y="3927475"/>
            <a:ext cx="18383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6C9B3-7E2B-7EFC-F3BE-883F82EC5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D17120-CBC3-7AA2-3FC1-62AF261CC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נושא הפרויקט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447DEE-9DC9-D85B-BAC8-883BF8FF6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675"/>
            <a:ext cx="10515600" cy="5107288"/>
          </a:xfrm>
        </p:spPr>
        <p:txBody>
          <a:bodyPr/>
          <a:lstStyle/>
          <a:p>
            <a:pPr algn="r" rtl="1"/>
            <a:r>
              <a:rPr lang="he-IL" dirty="0"/>
              <a:t>פיתוח מערכת עצמאית לזיהוי נוכחות בשטח פתוח</a:t>
            </a:r>
          </a:p>
          <a:p>
            <a:pPr algn="r" rtl="1"/>
            <a:r>
              <a:rPr lang="he-IL" dirty="0"/>
              <a:t>פעילות באזור ללא תשתית חשמל ותקשורת קווית</a:t>
            </a:r>
          </a:p>
          <a:p>
            <a:pPr algn="r" rtl="1"/>
            <a:r>
              <a:rPr lang="he-IL" dirty="0"/>
              <a:t>צריכת הספק נמוכה ויכולת פעולה ממושכת</a:t>
            </a:r>
          </a:p>
          <a:p>
            <a:pPr lvl="1" algn="r" rtl="1"/>
            <a:r>
              <a:rPr lang="he-IL" dirty="0"/>
              <a:t>זמן רצוי לעבודה בשטח- כחצי שנה</a:t>
            </a:r>
          </a:p>
          <a:p>
            <a:pPr algn="r" rtl="1"/>
            <a:r>
              <a:rPr lang="he-IL" dirty="0"/>
              <a:t>דיוק גבוה</a:t>
            </a:r>
          </a:p>
          <a:p>
            <a:pPr algn="r" rtl="1"/>
            <a:r>
              <a:rPr lang="he-IL" dirty="0"/>
              <a:t>אינטגרציה של רכיבי מדף חכמים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3EA6A7-464A-2F2A-227F-552B78B71B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2DB018A-EF4F-1CFB-5738-E3D31273F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C5FBCD-72C7-8889-FDF2-118BA03F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0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FC2A-A590-0B15-C9FA-D8D1542F3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144ECF-B924-E273-03E6-9B99011B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דרישות מערכת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E3224D-A6AE-1216-90C8-408559D52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675"/>
            <a:ext cx="10515600" cy="5107288"/>
          </a:xfrm>
        </p:spPr>
        <p:txBody>
          <a:bodyPr/>
          <a:lstStyle/>
          <a:p>
            <a:pPr algn="r" rtl="1"/>
            <a:r>
              <a:rPr lang="he-IL" dirty="0"/>
              <a:t>אופן מימוש הפרויקט-אינטגרציה של רכיבי מדף חכמים</a:t>
            </a:r>
          </a:p>
          <a:p>
            <a:pPr algn="r" rtl="1"/>
            <a:r>
              <a:rPr lang="he-IL" dirty="0"/>
              <a:t>דרישות הפרויקט:</a:t>
            </a:r>
          </a:p>
          <a:p>
            <a:pPr lvl="1" algn="r" rtl="1"/>
            <a:r>
              <a:rPr lang="he-IL" dirty="0"/>
              <a:t>זיהוי עצמים עד 30 מ'</a:t>
            </a:r>
          </a:p>
          <a:p>
            <a:pPr lvl="1" algn="r" rtl="1"/>
            <a:r>
              <a:rPr lang="he-IL" dirty="0"/>
              <a:t>אחוז זיהוי שווא- קטן מ 10%</a:t>
            </a:r>
          </a:p>
          <a:p>
            <a:pPr lvl="1" algn="r" rtl="1"/>
            <a:r>
              <a:rPr lang="he-IL" dirty="0"/>
              <a:t>עמידות בכל תנאי מזג האוויר</a:t>
            </a:r>
          </a:p>
          <a:p>
            <a:pPr lvl="1" algn="r" rtl="1"/>
            <a:r>
              <a:rPr lang="he-IL" dirty="0"/>
              <a:t>זמן עבודה בשטח- בהתאם לבדיקות חומרה</a:t>
            </a:r>
          </a:p>
          <a:p>
            <a:pPr lvl="1" algn="r" rtl="1"/>
            <a:endParaRPr lang="he-IL" dirty="0">
              <a:highlight>
                <a:srgbClr val="FFFF00"/>
              </a:highlight>
            </a:endParaRPr>
          </a:p>
          <a:p>
            <a:pPr marL="457200" lvl="1" indent="0" algn="r" rtl="1">
              <a:buNone/>
            </a:pPr>
            <a:endParaRPr lang="he-IL" dirty="0"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0E425D-A9B2-F752-A879-875B6989E7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5E0F3D-A511-4BA3-E60C-91206D37D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79C004-1F11-8092-FBF4-C2E4316AA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A8E31-F3E8-C96C-63C2-28517BF7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27167B-FB05-E063-AFEB-8A4BAD77D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דיאגרמת בלוקים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4BF256-77C9-E32F-967F-3A40C4C265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940A33F-3C91-2E51-6615-7FB587E0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2/13/2026</a:t>
            </a:fld>
            <a:endParaRPr lang="en-US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F18EA24A-7585-CFBA-EC90-9F11261DD611}"/>
              </a:ext>
            </a:extLst>
          </p:cNvPr>
          <p:cNvSpPr/>
          <p:nvPr/>
        </p:nvSpPr>
        <p:spPr>
          <a:xfrm>
            <a:off x="1614197" y="1822037"/>
            <a:ext cx="4231240" cy="38456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Battery DC/DC + Charger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B4AC32D6-D1D1-4DE5-2C93-BF360D2867CA}"/>
              </a:ext>
            </a:extLst>
          </p:cNvPr>
          <p:cNvSpPr/>
          <p:nvPr/>
        </p:nvSpPr>
        <p:spPr>
          <a:xfrm>
            <a:off x="1770550" y="2607342"/>
            <a:ext cx="1440951" cy="3845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11" name="מציין מיקום תוכן 10">
            <a:extLst>
              <a:ext uri="{FF2B5EF4-FFF2-40B4-BE49-F238E27FC236}">
                <a16:creationId xmlns:a16="http://schemas.microsoft.com/office/drawing/2014/main" id="{E6D7766C-B8E1-04ED-E94B-87D5B1E2B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973" y="3491939"/>
            <a:ext cx="2209799" cy="32385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dirty="0"/>
              <a:t>PIR Sensor</a:t>
            </a:r>
          </a:p>
        </p:txBody>
      </p:sp>
      <p:sp>
        <p:nvSpPr>
          <p:cNvPr id="12" name="מציין מיקום תוכן 10">
            <a:extLst>
              <a:ext uri="{FF2B5EF4-FFF2-40B4-BE49-F238E27FC236}">
                <a16:creationId xmlns:a16="http://schemas.microsoft.com/office/drawing/2014/main" id="{9A83B344-5FEA-DD5D-8C71-D13A7BF7E284}"/>
              </a:ext>
            </a:extLst>
          </p:cNvPr>
          <p:cNvSpPr txBox="1">
            <a:spLocks/>
          </p:cNvSpPr>
          <p:nvPr/>
        </p:nvSpPr>
        <p:spPr>
          <a:xfrm>
            <a:off x="1224036" y="4004599"/>
            <a:ext cx="2209799" cy="32385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LIDAR Sensor</a:t>
            </a:r>
          </a:p>
        </p:txBody>
      </p:sp>
      <p:sp>
        <p:nvSpPr>
          <p:cNvPr id="13" name="מציין מיקום תוכן 10">
            <a:extLst>
              <a:ext uri="{FF2B5EF4-FFF2-40B4-BE49-F238E27FC236}">
                <a16:creationId xmlns:a16="http://schemas.microsoft.com/office/drawing/2014/main" id="{308F3633-DAB8-0854-01AB-3ADE7A3158C5}"/>
              </a:ext>
            </a:extLst>
          </p:cNvPr>
          <p:cNvSpPr txBox="1">
            <a:spLocks/>
          </p:cNvSpPr>
          <p:nvPr/>
        </p:nvSpPr>
        <p:spPr>
          <a:xfrm>
            <a:off x="1212980" y="4474275"/>
            <a:ext cx="2209799" cy="32385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RADAR Sensor</a:t>
            </a:r>
          </a:p>
        </p:txBody>
      </p:sp>
      <p:sp>
        <p:nvSpPr>
          <p:cNvPr id="14" name="מציין מיקום תוכן 10">
            <a:extLst>
              <a:ext uri="{FF2B5EF4-FFF2-40B4-BE49-F238E27FC236}">
                <a16:creationId xmlns:a16="http://schemas.microsoft.com/office/drawing/2014/main" id="{B478A479-51C9-E8F4-8826-851AEA9E7FDF}"/>
              </a:ext>
            </a:extLst>
          </p:cNvPr>
          <p:cNvSpPr txBox="1">
            <a:spLocks/>
          </p:cNvSpPr>
          <p:nvPr/>
        </p:nvSpPr>
        <p:spPr>
          <a:xfrm>
            <a:off x="1219774" y="5000438"/>
            <a:ext cx="2209799" cy="32385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Camera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677FCBBD-A811-B2B3-DD6F-0760B39A0BA6}"/>
              </a:ext>
            </a:extLst>
          </p:cNvPr>
          <p:cNvSpPr/>
          <p:nvPr/>
        </p:nvSpPr>
        <p:spPr>
          <a:xfrm>
            <a:off x="4273420" y="2687652"/>
            <a:ext cx="1772817" cy="278008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MCU</a:t>
            </a:r>
          </a:p>
        </p:txBody>
      </p:sp>
      <p:cxnSp>
        <p:nvCxnSpPr>
          <p:cNvPr id="19" name="מחבר חץ ישר 18">
            <a:extLst>
              <a:ext uri="{FF2B5EF4-FFF2-40B4-BE49-F238E27FC236}">
                <a16:creationId xmlns:a16="http://schemas.microsoft.com/office/drawing/2014/main" id="{7AD1DEF2-14E3-2422-7A4B-BF67DB4269A7}"/>
              </a:ext>
            </a:extLst>
          </p:cNvPr>
          <p:cNvCxnSpPr>
            <a:cxnSpLocks/>
          </p:cNvCxnSpPr>
          <p:nvPr/>
        </p:nvCxnSpPr>
        <p:spPr>
          <a:xfrm>
            <a:off x="5192349" y="2238998"/>
            <a:ext cx="4803" cy="448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חץ ישר 21">
            <a:extLst>
              <a:ext uri="{FF2B5EF4-FFF2-40B4-BE49-F238E27FC236}">
                <a16:creationId xmlns:a16="http://schemas.microsoft.com/office/drawing/2014/main" id="{3A01B0D0-A4CC-FE6D-2C9B-5AE9C5D17802}"/>
              </a:ext>
            </a:extLst>
          </p:cNvPr>
          <p:cNvCxnSpPr>
            <a:cxnSpLocks/>
          </p:cNvCxnSpPr>
          <p:nvPr/>
        </p:nvCxnSpPr>
        <p:spPr>
          <a:xfrm>
            <a:off x="2511288" y="2255001"/>
            <a:ext cx="4803" cy="303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מחבר חץ ישר 23">
            <a:extLst>
              <a:ext uri="{FF2B5EF4-FFF2-40B4-BE49-F238E27FC236}">
                <a16:creationId xmlns:a16="http://schemas.microsoft.com/office/drawing/2014/main" id="{DBE1B65B-AA2C-25DC-3AA4-CE5D2D8CFDF0}"/>
              </a:ext>
            </a:extLst>
          </p:cNvPr>
          <p:cNvCxnSpPr>
            <a:cxnSpLocks/>
          </p:cNvCxnSpPr>
          <p:nvPr/>
        </p:nvCxnSpPr>
        <p:spPr>
          <a:xfrm>
            <a:off x="2506485" y="3108253"/>
            <a:ext cx="4803" cy="303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000C0CA0-7D65-9556-A693-93F5868C4AE9}"/>
              </a:ext>
            </a:extLst>
          </p:cNvPr>
          <p:cNvCxnSpPr>
            <a:cxnSpLocks/>
          </p:cNvCxnSpPr>
          <p:nvPr/>
        </p:nvCxnSpPr>
        <p:spPr>
          <a:xfrm>
            <a:off x="3605163" y="3660260"/>
            <a:ext cx="5003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מחבר חץ ישר 26">
            <a:extLst>
              <a:ext uri="{FF2B5EF4-FFF2-40B4-BE49-F238E27FC236}">
                <a16:creationId xmlns:a16="http://schemas.microsoft.com/office/drawing/2014/main" id="{637963A9-F681-3BA7-650E-402F8434279C}"/>
              </a:ext>
            </a:extLst>
          </p:cNvPr>
          <p:cNvCxnSpPr>
            <a:cxnSpLocks/>
          </p:cNvCxnSpPr>
          <p:nvPr/>
        </p:nvCxnSpPr>
        <p:spPr>
          <a:xfrm>
            <a:off x="3637500" y="4184754"/>
            <a:ext cx="467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מחבר חץ ישר 31">
            <a:extLst>
              <a:ext uri="{FF2B5EF4-FFF2-40B4-BE49-F238E27FC236}">
                <a16:creationId xmlns:a16="http://schemas.microsoft.com/office/drawing/2014/main" id="{2CF58649-8E94-FE9C-55BE-34F2D51F5B86}"/>
              </a:ext>
            </a:extLst>
          </p:cNvPr>
          <p:cNvCxnSpPr>
            <a:cxnSpLocks/>
          </p:cNvCxnSpPr>
          <p:nvPr/>
        </p:nvCxnSpPr>
        <p:spPr>
          <a:xfrm>
            <a:off x="3630560" y="4634619"/>
            <a:ext cx="467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חץ ישר 32">
            <a:extLst>
              <a:ext uri="{FF2B5EF4-FFF2-40B4-BE49-F238E27FC236}">
                <a16:creationId xmlns:a16="http://schemas.microsoft.com/office/drawing/2014/main" id="{4D5ABB48-B1FF-2023-4A19-FD861020BB40}"/>
              </a:ext>
            </a:extLst>
          </p:cNvPr>
          <p:cNvCxnSpPr>
            <a:cxnSpLocks/>
          </p:cNvCxnSpPr>
          <p:nvPr/>
        </p:nvCxnSpPr>
        <p:spPr>
          <a:xfrm>
            <a:off x="3630560" y="5162363"/>
            <a:ext cx="467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מלבן 33">
            <a:extLst>
              <a:ext uri="{FF2B5EF4-FFF2-40B4-BE49-F238E27FC236}">
                <a16:creationId xmlns:a16="http://schemas.microsoft.com/office/drawing/2014/main" id="{FF59C799-35B2-DEF5-71A6-6C8BDC2EAD12}"/>
              </a:ext>
            </a:extLst>
          </p:cNvPr>
          <p:cNvSpPr/>
          <p:nvPr/>
        </p:nvSpPr>
        <p:spPr>
          <a:xfrm>
            <a:off x="6563156" y="2229104"/>
            <a:ext cx="1440951" cy="3845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WIFI Server</a:t>
            </a:r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251B077C-6A73-942D-4F69-0FD6FDAFAF96}"/>
              </a:ext>
            </a:extLst>
          </p:cNvPr>
          <p:cNvSpPr/>
          <p:nvPr/>
        </p:nvSpPr>
        <p:spPr>
          <a:xfrm>
            <a:off x="8432392" y="3116381"/>
            <a:ext cx="1440951" cy="38456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Computer</a:t>
            </a:r>
          </a:p>
        </p:txBody>
      </p:sp>
      <p:cxnSp>
        <p:nvCxnSpPr>
          <p:cNvPr id="37" name="מחבר חץ ישר 36">
            <a:extLst>
              <a:ext uri="{FF2B5EF4-FFF2-40B4-BE49-F238E27FC236}">
                <a16:creationId xmlns:a16="http://schemas.microsoft.com/office/drawing/2014/main" id="{D1B449F6-E93A-4ABA-ECA8-331ED26DE729}"/>
              </a:ext>
            </a:extLst>
          </p:cNvPr>
          <p:cNvCxnSpPr>
            <a:cxnSpLocks/>
          </p:cNvCxnSpPr>
          <p:nvPr/>
        </p:nvCxnSpPr>
        <p:spPr>
          <a:xfrm flipV="1">
            <a:off x="6270171" y="2687652"/>
            <a:ext cx="830425" cy="5725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מחבר חץ ישר 40">
            <a:extLst>
              <a:ext uri="{FF2B5EF4-FFF2-40B4-BE49-F238E27FC236}">
                <a16:creationId xmlns:a16="http://schemas.microsoft.com/office/drawing/2014/main" id="{9CC65413-3FFB-02E5-AB2A-99984384C334}"/>
              </a:ext>
            </a:extLst>
          </p:cNvPr>
          <p:cNvCxnSpPr>
            <a:cxnSpLocks/>
          </p:cNvCxnSpPr>
          <p:nvPr/>
        </p:nvCxnSpPr>
        <p:spPr>
          <a:xfrm>
            <a:off x="7498238" y="2700519"/>
            <a:ext cx="699784" cy="5793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מלבן 43">
            <a:extLst>
              <a:ext uri="{FF2B5EF4-FFF2-40B4-BE49-F238E27FC236}">
                <a16:creationId xmlns:a16="http://schemas.microsoft.com/office/drawing/2014/main" id="{651AAD06-166A-BD6E-7FDC-4D0900FFCF4C}"/>
              </a:ext>
            </a:extLst>
          </p:cNvPr>
          <p:cNvSpPr/>
          <p:nvPr/>
        </p:nvSpPr>
        <p:spPr>
          <a:xfrm>
            <a:off x="401216" y="1231641"/>
            <a:ext cx="5868955" cy="5269614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תיבת טקסט 44">
            <a:extLst>
              <a:ext uri="{FF2B5EF4-FFF2-40B4-BE49-F238E27FC236}">
                <a16:creationId xmlns:a16="http://schemas.microsoft.com/office/drawing/2014/main" id="{520147C2-2BA3-39B1-7A4A-FD70CC75FB20}"/>
              </a:ext>
            </a:extLst>
          </p:cNvPr>
          <p:cNvSpPr txBox="1"/>
          <p:nvPr/>
        </p:nvSpPr>
        <p:spPr>
          <a:xfrm>
            <a:off x="2756169" y="865724"/>
            <a:ext cx="116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Field Unit</a:t>
            </a:r>
          </a:p>
        </p:txBody>
      </p:sp>
    </p:spTree>
    <p:extLst>
      <p:ext uri="{BB962C8B-B14F-4D97-AF65-F5344CB8AC3E}">
        <p14:creationId xmlns:p14="http://schemas.microsoft.com/office/powerpoint/2010/main" val="2979745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61FB-4E2A-6EA5-6999-5FC9D87A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130C60-0A95-E578-AE46-8BD9DA379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דיאגרמת בלוקים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E28DA8-5B8D-9325-02D7-9E1685E4E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675"/>
            <a:ext cx="10515600" cy="51072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rtl="1"/>
            <a:r>
              <a:rPr lang="he-IL" dirty="0">
                <a:ea typeface="Calibri"/>
                <a:cs typeface="Arial"/>
              </a:rPr>
              <a:t>כלל הרכיבים- רכיבי מדף</a:t>
            </a:r>
          </a:p>
          <a:p>
            <a:pPr algn="r" rtl="1"/>
            <a:r>
              <a:rPr lang="he-IL" dirty="0">
                <a:ea typeface="Calibri"/>
                <a:cs typeface="Arial"/>
              </a:rPr>
              <a:t>אינטגרציה</a:t>
            </a:r>
          </a:p>
          <a:p>
            <a:pPr algn="r" rtl="1"/>
            <a:r>
              <a:rPr lang="he-IL" dirty="0">
                <a:ea typeface="Calibri"/>
                <a:cs typeface="Arial"/>
              </a:rPr>
              <a:t>אלגוריתמיקה- כדי לקבוע זיהוי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DFCF54-F2F6-C327-CBD7-8E300AFE1A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4240C00-E196-C0AA-9207-031A154BC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DFD68-8604-FF63-2AEC-2C04841C2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15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5896-7314-1FA7-9715-A91E33626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D84132-A45F-179A-CA25-4E54253B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תוצרי הפרויקט- עד כה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3CAF78-7BE0-0615-0B11-73EF2A789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675"/>
            <a:ext cx="10515600" cy="5107288"/>
          </a:xfrm>
        </p:spPr>
        <p:txBody>
          <a:bodyPr/>
          <a:lstStyle/>
          <a:p>
            <a:pPr algn="r" rtl="1"/>
            <a:r>
              <a:rPr lang="he-IL" dirty="0"/>
              <a:t>מפרט דרישות מערכת</a:t>
            </a:r>
          </a:p>
          <a:p>
            <a:pPr algn="r" rtl="1"/>
            <a:r>
              <a:rPr lang="he-IL" dirty="0"/>
              <a:t>תכן מעגלים ראשוני ושרטוט סכמות</a:t>
            </a:r>
          </a:p>
          <a:p>
            <a:pPr algn="r" rtl="1"/>
            <a:r>
              <a:rPr lang="he-IL" dirty="0"/>
              <a:t>ביצוע סקר שוק ורכישת רכיבים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8D2294-361F-BAD7-B5C2-074DFB48AE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6D954C1-1352-6A7B-495F-11236F24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9FF45C-D77F-2BC3-1803-D70ECEA9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15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BF50-D37F-FCBD-6230-1878502CA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AA145A-70C2-3D96-A633-C4A73DED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סכמה חשמלית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547381-2C6B-930E-F169-63289923CA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999CEA5-A885-AD8D-69BF-3F728CB6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63D411-0BF0-D12C-2CCA-C9B1F9E3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7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223D370-B01B-FFAE-9FF5-57E108DF7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265"/>
          <a:stretch>
            <a:fillRect/>
          </a:stretch>
        </p:blipFill>
        <p:spPr>
          <a:xfrm>
            <a:off x="2290813" y="931899"/>
            <a:ext cx="8046720" cy="5696419"/>
          </a:xfrm>
        </p:spPr>
      </p:pic>
    </p:spTree>
    <p:extLst>
      <p:ext uri="{BB962C8B-B14F-4D97-AF65-F5344CB8AC3E}">
        <p14:creationId xmlns:p14="http://schemas.microsoft.com/office/powerpoint/2010/main" val="270497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C1B58-B8D8-25C5-35E1-55B39CD0A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A5B68A-3FBD-7620-5F4F-63C789E26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סכמה חשמלית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F42F4E-1873-D428-9695-0A4928AA62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D316288-FEF3-C44D-D6A0-F7C49564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7E4315-F2CD-FBDA-4745-F946FE90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8</a:t>
            </a:fld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573FE9F-D1BB-C313-0FDA-C4243BECA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695" y="1050716"/>
            <a:ext cx="7502516" cy="5314015"/>
          </a:xfrm>
        </p:spPr>
      </p:pic>
    </p:spTree>
    <p:extLst>
      <p:ext uri="{BB962C8B-B14F-4D97-AF65-F5344CB8AC3E}">
        <p14:creationId xmlns:p14="http://schemas.microsoft.com/office/powerpoint/2010/main" val="3989234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C647-33FE-60E4-971C-199A4ED9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E9DBDD-2051-A29F-34C1-CC057DDCB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סכמה חשמלית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4BA58C-7100-978D-5A74-C68DB87305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5D2551A-3CD6-C7E3-885C-6DC3E0FB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634E5E-571D-81A7-CB86-680E195C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9</a:t>
            </a:fld>
            <a:endParaRPr lang="en-US"/>
          </a:p>
        </p:txBody>
      </p:sp>
      <p:pic>
        <p:nvPicPr>
          <p:cNvPr id="3" name="מציין מיקום תוכן 2" descr="תמונה שמכילה טקסט, תרשים, תוכנית, מקבי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40C5C1D-768F-6081-8D53-958970D23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313" y="931899"/>
            <a:ext cx="7405168" cy="5245064"/>
          </a:xfrm>
        </p:spPr>
      </p:pic>
    </p:spTree>
    <p:extLst>
      <p:ext uri="{BB962C8B-B14F-4D97-AF65-F5344CB8AC3E}">
        <p14:creationId xmlns:p14="http://schemas.microsoft.com/office/powerpoint/2010/main" val="1644260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CD9FE-6988-3D44-DDD5-6EBA20F5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A611C1-4889-E8F5-E07C-74707EC0A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רכש</a:t>
            </a:r>
            <a:endParaRPr lang="en-US" dirty="0"/>
          </a:p>
        </p:txBody>
      </p:sp>
      <p:pic>
        <p:nvPicPr>
          <p:cNvPr id="3" name="מציין מיקום תוכן 2" descr="תמונה שמכילה טקסט, מספר, גופן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F9CE69E-671D-A09B-3851-D603A144B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2839" y="1188274"/>
            <a:ext cx="6829425" cy="2819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9115CA-B202-4CC0-6D87-CD003A1A5E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F1C70B7-2F29-E599-4BF6-6208769B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16967-D7CC-824A-A4BD-8779EE52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40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28465-1136-AFD4-80A9-9ACB22C74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D31654-70B7-7F15-0573-6EACF809B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לו"ז מעודכן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40A40E-F946-F346-6617-902EC6941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675"/>
            <a:ext cx="10515600" cy="51072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rtl="1"/>
            <a:endParaRPr lang="he-IL" dirty="0">
              <a:highlight>
                <a:srgbClr val="FFFF00"/>
              </a:highlight>
              <a:ea typeface="Calibri"/>
              <a:cs typeface="Arial"/>
            </a:endParaRPr>
          </a:p>
          <a:p>
            <a:pPr algn="r" rtl="1"/>
            <a:endParaRPr lang="he-IL" dirty="0"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902EDA-6AF4-6923-2FBF-FD85D5924F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627D98A-7711-3A03-888A-A06863210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C5C0C8-6849-4F89-2AC0-CC455362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11</a:t>
            </a:fld>
            <a:endParaRPr lang="en-US"/>
          </a:p>
        </p:txBody>
      </p:sp>
      <p:pic>
        <p:nvPicPr>
          <p:cNvPr id="7" name="תמונה 6" descr="תמונה שמכילה טקסט, צילום מסך, מסמך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688A6AE-A5F1-C8B9-EE69-6609F0961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466" y="864783"/>
            <a:ext cx="3761910" cy="585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0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178</Words>
  <Application>Microsoft Office PowerPoint</Application>
  <PresentationFormat>מסך רחב</PresentationFormat>
  <Paragraphs>66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פתיחה</vt:lpstr>
      <vt:lpstr>נושא הפרויקט</vt:lpstr>
      <vt:lpstr>דרישות מערכת</vt:lpstr>
      <vt:lpstr>דיאגרמת בלוקים</vt:lpstr>
      <vt:lpstr>דיאגרמת בלוקים</vt:lpstr>
      <vt:lpstr>תוצרי הפרויקט- עד כה</vt:lpstr>
      <vt:lpstr>סכמה חשמלית</vt:lpstr>
      <vt:lpstr>סכמה חשמלית</vt:lpstr>
      <vt:lpstr>סכמה חשמלית</vt:lpstr>
      <vt:lpstr>רכש</vt:lpstr>
      <vt:lpstr>לו"ז מעודכן</vt:lpstr>
    </vt:vector>
  </TitlesOfParts>
  <Company>TAU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Fainguelernt</dc:creator>
  <cp:lastModifiedBy>Shachar Weinberg</cp:lastModifiedBy>
  <cp:revision>11</cp:revision>
  <dcterms:created xsi:type="dcterms:W3CDTF">2021-12-15T06:30:50Z</dcterms:created>
  <dcterms:modified xsi:type="dcterms:W3CDTF">2026-02-13T06:50:09Z</dcterms:modified>
</cp:coreProperties>
</file>